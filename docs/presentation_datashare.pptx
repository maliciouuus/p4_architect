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1A1A1A"/>
                </a:solidFill>
              </a:rPr>
              <a:t>DataShare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840480" y="2697480"/>
            <a:ext cx="4480560" cy="640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A1A1A"/>
                </a:solidFill>
              </a:rPr>
              <a:t>Plateforme de transfert sécurisé de fichiers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1A1A1A"/>
                </a:solidFill>
              </a:rPr>
              <a:t>MVP · Référent technique senior · Avril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4572000"/>
            <a:ext cx="2286000" cy="1005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86000" y="4572000"/>
            <a:ext cx="2286000" cy="1005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46177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38 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5166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B88C"/>
                </a:solidFill>
              </a:rPr>
              <a:t>Tests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4572000"/>
            <a:ext cx="2286000" cy="1005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0" y="4572000"/>
            <a:ext cx="2286000" cy="1005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46177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99 %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5166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B88C"/>
                </a:solidFill>
              </a:rPr>
              <a:t>Couverture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4572000"/>
            <a:ext cx="2286000" cy="1005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0" y="4572000"/>
            <a:ext cx="2286000" cy="10058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461772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166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B88C"/>
                </a:solidFill>
              </a:rPr>
              <a:t>Vulnérabilités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© DataShare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Contexte &amp; besoin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</a:rPr>
              <a:t>Pourquoi DataShare ? Quel problème résout-on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12D"/>
                </a:solidFill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64208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Envoyer un fichier lourd par email → pièce jointe refusée (limite 25 Mo)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WeTransfer / Dropbox → compte obligatoire, lenteur, publicité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FTP / serveur partagé → configuration complexe, pas accessible à tous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Google Drive → dépendance Google, interface lourde pour un simple 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812D"/>
                </a:solidFill>
              </a:rPr>
              <a:t>La solution DataShare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64208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Dépôt en 3 clics, lien prêt en secondes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Lien unique non prédictible (UUID v4)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Expiration automatique (jusqu'à 7 jours)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Protection optionnelle par mot de passe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Historique personnel pour les comptes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A1A1A"/>
                </a:solidFill>
              </a:rPr>
              <a:t>Installation autonome en 1 commande Docker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94760"/>
            <a:ext cx="11064240" cy="45720"/>
          </a:xfrm>
          <a:prstGeom prst="rect">
            <a:avLst/>
          </a:prstGeom>
          <a:solidFill>
            <a:srgbClr val="E8E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86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Périmètre MVP — User Stories implémentées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343400"/>
            <a:ext cx="2560320" cy="59436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4389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✅ US01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64515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Upload avec compte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4343400"/>
            <a:ext cx="2560320" cy="59436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47288" y="4389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✅ US02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7288" y="464515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Téléchargement via lien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79" y="4343400"/>
            <a:ext cx="2560320" cy="59436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7" y="4389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✅ US03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36207" y="464515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Création de compte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399" y="4343400"/>
            <a:ext cx="2560320" cy="59436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25127" y="43891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✅ US04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25127" y="464515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Connexion utilisateur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20640"/>
            <a:ext cx="2560320" cy="59436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516635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✅ US05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42239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Historique des fichiers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37560" y="5120640"/>
            <a:ext cx="2560320" cy="59436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47288" y="516635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✅ US06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7288" y="542239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Suppression fichier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26479" y="5120640"/>
            <a:ext cx="2560320" cy="59436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36207" y="516635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✅ US09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36207" y="542239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Mot de passe fichier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5399" y="5120640"/>
            <a:ext cx="2560320" cy="59436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25127" y="516635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✅ US10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25127" y="5422392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Expiration auto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Pourquoi Python / Django 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</a:rPr>
              <a:t>Choix argumenté face aux stacks de référence du cahier des charges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57575"/>
                </a:solidFill>
              </a:rPr>
              <a:t>Le cahier des charges liste Spring Boot, .NET Core, NestJS et PHP à titre d'exemples. Python / Django a été retenu car il satisfait tous les critères techniques — et va au-delà.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154680" cy="384048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Critère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49039" y="1737360"/>
            <a:ext cx="3429000" cy="384048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1783080"/>
            <a:ext cx="32918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NestJS (TypeScript)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23760" y="1737360"/>
            <a:ext cx="3886200" cy="384048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33488" y="1783080"/>
            <a:ext cx="374903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Django (Python) 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67128"/>
            <a:ext cx="31546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39" y="2167128"/>
            <a:ext cx="34290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23760" y="2167128"/>
            <a:ext cx="38862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240280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Architecture REST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2240280"/>
            <a:ext cx="3291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✓ NestJS Controllers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40280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✓ DRF ViewSets — plus mature (2011)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679192"/>
            <a:ext cx="3154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749039" y="2679192"/>
            <a:ext cx="34290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23760" y="2679192"/>
            <a:ext cx="38862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275234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Authentification JWT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58768" y="2752344"/>
            <a:ext cx="3291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✓ @nestjs/jwt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2752344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✓ simplejwt — 10M+ installs/mois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191256"/>
            <a:ext cx="31546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39" y="3191256"/>
            <a:ext cx="34290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23760" y="3191256"/>
            <a:ext cx="38862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3264408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ORM &amp; migrations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58768" y="3264408"/>
            <a:ext cx="3291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TypeORM (config lourde)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33488" y="3264408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✓ Django ORM intégré — zéro config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03320"/>
            <a:ext cx="3154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49039" y="3703320"/>
            <a:ext cx="34290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223760" y="3703320"/>
            <a:ext cx="38862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3776472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Tests intégrés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58768" y="3776472"/>
            <a:ext cx="3291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Jest (setup manuel)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33488" y="3776472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✓ pytest-django — fixtures natives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215384"/>
            <a:ext cx="31546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49039" y="4215384"/>
            <a:ext cx="34290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23760" y="4215384"/>
            <a:ext cx="38862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4288536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Sécurité by default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4288536"/>
            <a:ext cx="3291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À configurer manuellement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33488" y="4288536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✓ CSRF, XSS, SQLi protégés nativement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4727448"/>
            <a:ext cx="3154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749039" y="4727448"/>
            <a:ext cx="34290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223760" y="4727448"/>
            <a:ext cx="388620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4800600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Utilisé en production par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58768" y="4800600"/>
            <a:ext cx="3291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ADP, Adidas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33488" y="4800600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✓ Instagram, Pinterest, Mozilla, NASA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" y="5239512"/>
            <a:ext cx="315468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39" y="5239512"/>
            <a:ext cx="34290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3760" y="5239512"/>
            <a:ext cx="3886200" cy="47548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5312664"/>
            <a:ext cx="3017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Maturité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58768" y="5312664"/>
            <a:ext cx="3291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2017 — 7 ans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33488" y="5312664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5A24"/>
                </a:solidFill>
              </a:rPr>
              <a:t>✓ 2005 — 20 ans de battle-testing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FF812D"/>
                </a:solidFill>
              </a:rPr>
              <a:t>Conclusion : Django répond à 100 % des exigences techniques du cahier des charges avec une productivité supérieure pour un MVP sous contrainte de temps.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Choix technologiques justifiés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1783080" cy="384048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43000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Composant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1097280"/>
            <a:ext cx="1965960" cy="384048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23160" y="1143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Technologie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097280"/>
            <a:ext cx="1965960" cy="384048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143000"/>
            <a:ext cx="1874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Alternative écartée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97280"/>
            <a:ext cx="5166360" cy="384048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1143000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Justification clé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527048"/>
            <a:ext cx="178308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1527048"/>
            <a:ext cx="19659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527048"/>
            <a:ext cx="19659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1527048"/>
            <a:ext cx="51663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581912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Back-end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581912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Python 3.12
+ Django 5.2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1581912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NestJS, Spring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581912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Batteries incluses, ORM natif, 20 ans de maturité, productivité ×3 sur un MVP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089404"/>
            <a:ext cx="178308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31720" y="2089404"/>
            <a:ext cx="19659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2089404"/>
            <a:ext cx="19659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2089404"/>
            <a:ext cx="51663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2144268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API REST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2144268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Django REST
Framework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144268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FastAPI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2144268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Le plus utilisé avec Django (10M+ téléch/mois), sérialiseurs + permissions intégrés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651760"/>
            <a:ext cx="178308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331720" y="2651760"/>
            <a:ext cx="19659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43400" y="2651760"/>
            <a:ext cx="19659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55080" y="2651760"/>
            <a:ext cx="51663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2706624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Authentification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2706624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JWT simplejwt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2706624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Sessions, OAuth2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46520" y="2706624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Stateless, compatible SPA, rotation automatique du refresh token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214115"/>
            <a:ext cx="178308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331720" y="3214115"/>
            <a:ext cx="19659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343400" y="3214115"/>
            <a:ext cx="19659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3214115"/>
            <a:ext cx="51663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3268979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Front-end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23160" y="3268979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Vue.js 3 + Vite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3268979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React, Angular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46520" y="3268979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Composition API puissante, Pinia natif, bundle 139 Ko, courbe d'apprentissage douce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76472"/>
            <a:ext cx="178308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31720" y="3776472"/>
            <a:ext cx="19659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43400" y="3776472"/>
            <a:ext cx="19659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3776472"/>
            <a:ext cx="51663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" y="3831335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Base de données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23160" y="3831335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PostgreSQL 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34840" y="3831335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MySQL, SQLite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46520" y="3831335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UUID natif, JSONB, transactions ACID, standard professionnel, Docker officiel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338828"/>
            <a:ext cx="178308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331720" y="4338828"/>
            <a:ext cx="19659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43400" y="4338828"/>
            <a:ext cx="19659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55080" y="4338828"/>
            <a:ext cx="51663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" y="4393692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Stockage fichiers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4393692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Disque local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4840" y="4393692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AWS S3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46520" y="4393692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Suffisant pour le MVP, migration S3 documentée et prévue pour la production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4901183"/>
            <a:ext cx="178308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331720" y="4901183"/>
            <a:ext cx="19659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343400" y="4901183"/>
            <a:ext cx="19659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355080" y="4901183"/>
            <a:ext cx="5166360" cy="53949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4360" y="4956047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Infrastructure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423160" y="4956047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Docker Compose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34840" y="4956047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Déploiement manuel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6520" y="4956047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Reproductibilité totale, installation en 1 commande, isolation des services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5463540"/>
            <a:ext cx="178308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331720" y="5463540"/>
            <a:ext cx="19659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343400" y="5463540"/>
            <a:ext cx="19659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55080" y="5463540"/>
            <a:ext cx="5166360" cy="5394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94360" y="5518403"/>
            <a:ext cx="1691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Tests back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423160" y="5518403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pytest + pytest-django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434840" y="5518403"/>
            <a:ext cx="18745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unittest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46520" y="5518403"/>
            <a:ext cx="507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Syntaxe concise, fixtures puissantes, plugins Django, couverture HTML intégrée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Architecture de la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</a:rPr>
              <a:t>Client-serveur découplé · Docker Compose · 3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3200400" cy="1920240"/>
          </a:xfrm>
          <a:prstGeom prst="rect">
            <a:avLst/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9903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Navigateur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Vue.js 3 SPA
Vue Router — 5 pages
Pinia (state)
Axios (HTTP client)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1325880"/>
            <a:ext cx="3383280" cy="1920240"/>
          </a:xfrm>
          <a:prstGeom prst="rect">
            <a:avLst/>
          </a:prstGeom>
          <a:solidFill>
            <a:srgbClr val="FFF3EB"/>
          </a:solidFill>
          <a:ln w="19050">
            <a:solidFill>
              <a:srgbClr val="FF8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399032"/>
            <a:ext cx="3108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API 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178308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Django 5.2 + DRF
/api/auth/  /api/files/
JWT · CORS · PBKDF2
Logging structuré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58200" y="1325880"/>
            <a:ext cx="3291840" cy="1920240"/>
          </a:xfrm>
          <a:prstGeom prst="rect">
            <a:avLst/>
          </a:prstGeom>
          <a:solidFill>
            <a:srgbClr val="D4EDD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1399032"/>
            <a:ext cx="3017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Stockage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178308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PostgreSQL 16
Tables : users + files
Disque local /media/
Volumes Docker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828800"/>
            <a:ext cx="822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</a:rPr>
              <a:t>HTTP/JSON
JWT Bearer 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1828800"/>
            <a:ext cx="640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</a:rPr>
              <a:t>ORM Django
SQL 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83280"/>
            <a:ext cx="11247120" cy="5486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9300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757575"/>
                </a:solidFill>
              </a:rPr>
              <a:t>Docker Compose — réseau interne · volumes persistants postgres_data &amp; media_data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A"/>
                </a:solidFill>
              </a:rPr>
              <a:t>Flux principaux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43400"/>
            <a:ext cx="2286000" cy="502920"/>
          </a:xfrm>
          <a:prstGeom prst="rect">
            <a:avLst/>
          </a:prstGeom>
          <a:solidFill>
            <a:srgbClr val="FFF3EB"/>
          </a:solidFill>
          <a:ln w="10160">
            <a:solidFill>
              <a:srgbClr val="FF8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41655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Authentification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4416552"/>
            <a:ext cx="8869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POST /api/auth/login/ → access token 1h + refresh 7j → localStorage → injecté dans chaque requête via intercepteur Axios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5029200"/>
            <a:ext cx="2286000" cy="502920"/>
          </a:xfrm>
          <a:prstGeom prst="rect">
            <a:avLst/>
          </a:prstGeom>
          <a:solidFill>
            <a:srgbClr val="FFF3EB"/>
          </a:solidFill>
          <a:ln w="10160">
            <a:solidFill>
              <a:srgbClr val="FF8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10235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Upload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5102352"/>
            <a:ext cx="8869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Sélection fichier (max 1 Go) → validation client + serveur → multipart POST → stockage disque → UUID token → share_url retourné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15000"/>
            <a:ext cx="2286000" cy="502920"/>
          </a:xfrm>
          <a:prstGeom prst="rect">
            <a:avLst/>
          </a:prstGeom>
          <a:solidFill>
            <a:srgbClr val="FFF3EB"/>
          </a:solidFill>
          <a:ln w="10160">
            <a:solidFill>
              <a:srgbClr val="FF8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78815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12D"/>
                </a:solidFill>
              </a:rPr>
              <a:t>Partage / Téléchargement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5788152"/>
            <a:ext cx="8869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</a:rPr>
              <a:t>Lien /download/&lt;uuid&gt; → GET infos publiques → saisie MDP si protégé → GET download → Content-Disposition natif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Modèle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</a:rPr>
              <a:t>2 tables · relation 1-N · sécurité by 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4206240" cy="411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USER  (Django built-in)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64208"/>
            <a:ext cx="420624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19072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171907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INTEGER PK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084832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13969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username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21396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VARCHAR(150)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05456"/>
            <a:ext cx="420624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56032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email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5603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VARCHAR(254) — unique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26080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98094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password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98094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VARCHAR(128) — PBKDF2+SHA256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346704"/>
            <a:ext cx="420624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401568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date_joined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31720" y="340156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DATETIME — auto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67328"/>
            <a:ext cx="420624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382219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is_active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382219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BOOLEAN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926080"/>
            <a:ext cx="1280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812D"/>
                </a:solidFill>
              </a:rPr>
              <a:t>1 ──── 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234440"/>
            <a:ext cx="5486400" cy="411480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1280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SHAREDFILE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1664208"/>
            <a:ext cx="548640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2512" y="171907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1719072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812D"/>
                </a:solidFill>
              </a:rPr>
              <a:t>UUID PK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171907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Identifiant interne non exposé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2084832"/>
            <a:ext cx="54864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2512" y="213969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owner_id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11312" y="213969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812D"/>
                </a:solidFill>
              </a:rPr>
              <a:t>FK → User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0" y="213969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Isolation stricte par propriétaire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2505456"/>
            <a:ext cx="548640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2512" y="256032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original_name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256032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812D"/>
                </a:solidFill>
              </a:rPr>
              <a:t>VARCHAR(255)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256032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Nom conservé pour téléchargement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2926080"/>
            <a:ext cx="54864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82512" y="298094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file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298094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812D"/>
                </a:solidFill>
              </a:rPr>
              <a:t>FileField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298094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uploads/&lt;uid&gt;/&lt;uuid&gt;_&lt;name&gt;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346704"/>
            <a:ext cx="548640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82512" y="340156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size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11312" y="34015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812D"/>
                </a:solidFill>
              </a:rPr>
              <a:t>BIGINT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340156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En octets, affiché côté client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3767328"/>
            <a:ext cx="54864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82512" y="3822191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content_type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11312" y="3822191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812D"/>
                </a:solidFill>
              </a:rPr>
              <a:t>VARCHAR(100)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38221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MIME type → header Content-Type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4187952"/>
            <a:ext cx="548640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82512" y="424281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share_token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11312" y="4242816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812D"/>
                </a:solidFill>
              </a:rPr>
              <a:t>UUID UNIQUE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424281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128 bits — non devinable par brute force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4608576"/>
            <a:ext cx="54864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82512" y="466344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expires_at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11312" y="46634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812D"/>
                </a:solidFill>
              </a:rPr>
              <a:t>DATETIME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0" y="466344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Défaut : J+7, max 7 jours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029200"/>
            <a:ext cx="5486400" cy="402336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82512" y="508406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password_hash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1312" y="5084064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812D"/>
                </a:solidFill>
              </a:rPr>
              <a:t>VARCHAR(255)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508406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PBKDF2 ou vide si pas de protection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63640" y="5449824"/>
            <a:ext cx="5486400" cy="40233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82512" y="55046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created_at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11312" y="55046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812D"/>
                </a:solidFill>
              </a:rPr>
              <a:t>DATETIME auto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01200" y="55046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Timestamp upload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Sécurité — défense en profondeur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</a:rPr>
              <a:t>Chaque couche est protégée indépendamment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394960" cy="24231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5394960" cy="384048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28930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Authentification JWT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09928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Access token : 1h · HS256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Refresh token : 7j · rotation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Header Authorization: Bearer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Aucun token en cookie → simplifié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Prod : migration httpOnly cookie prévue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394960" cy="24231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394960" cy="384048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28930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Données &amp; mots de passe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09928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MDP utilisateur : PBKDF2-SHA256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MDP fichier : PBKDF2-SHA256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Jamais stocké en clair — jamais loggé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8 validateurs Django activés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Rejet MDP trop courts ou courants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5394960" cy="24231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394960" cy="384048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89534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Accès &amp; isolation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15968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owner=request.user sur TOUTES les vues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UUID v4 pour share_token (128 bits)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410 Gone sur lien expiré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403 sur mauvais MDP fichier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CORS : origines explicites, pas de 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840480"/>
            <a:ext cx="5394960" cy="2423160"/>
          </a:xfrm>
          <a:prstGeom prst="rect">
            <a:avLst/>
          </a:prstGeom>
          <a:solidFill>
            <a:srgbClr val="F5F5F5"/>
          </a:solidFill>
          <a:ln w="1016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840480"/>
            <a:ext cx="5394960" cy="384048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89534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Infrastructure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315968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Limite upload : 1 Go côté serveur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X-Content-Type-Options activé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X-Frame-Options activé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pip-audit : 0 vulnérabilité applicative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1A1A1A"/>
                </a:solidFill>
              </a:rPr>
              <a:t>• Dépendances : 9 alertes système hôte seulement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Prochain niveau prod : HTTPS + HSTS · httpOnly cookies · Rate limiting sur /auth/ · Stockage S3 avec URLs signées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Conformité au cahier des charges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</a:rPr>
              <a:t>Toutes les exigences MVP + bonus vérifiés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188720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2252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US01 Upload avec compte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48132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Fichier jusqu'à 1 Go · MDP optionnel · expiration 1-7j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88720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261872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2252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US02 Téléchargement via lien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8132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UUID v4 · métadonnées publiques · 410 si expiré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856232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192938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18928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US03 Création de compte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14884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Email unique · PBKDF2 · 8 validateurs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856232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92938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18928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US04 Connexion JWT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14884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Access 1h + refresh 7j · rotation activée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523744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5968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25603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US05 Historique fichiers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2816351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Nom, taille, date, état · isolation utilisateur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523744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596896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25603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US06 Suppression fichier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816351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Physique + BDD · confirmation front · 404 si fichier d'autrui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191256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326440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22783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US09 Mot de passe fichier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3483864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PBKDF2 · min 6 car. · jamais en clair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3191256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3640" y="3264408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22783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US10 Expiration automatique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3483864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Défaut 7j · configurable 1-7j · 410 à expiration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858768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93192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38953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Architecture REST API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4151376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DRF · OpenAPI 3.0 · JSON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3858768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3931920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389534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Authentification JWT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151376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simplejwt · stateless · compatible SPA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526280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" y="4599432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45628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Tests unitaires (objectif 70%)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481888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38 tests · 99% de couverture backend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4526280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4599432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66560" y="456285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Tests E2E (2-3 scénarios min.)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4818888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10 tests Playwright sur navigateur Chromium réel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193792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526694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" y="523036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TESTING / SECURITY / PERF / MAINTENANCE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97280" y="54864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4 fichiers présents et documentés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5193792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63640" y="5266944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23036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Installation Docker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66560" y="5486400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docker compose up -d · migrations auto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5861303"/>
            <a:ext cx="5486400" cy="594360"/>
          </a:xfrm>
          <a:prstGeom prst="rect">
            <a:avLst/>
          </a:prstGeom>
          <a:solidFill>
            <a:srgbClr val="D4EDDA"/>
          </a:solidFill>
          <a:ln w="889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94360" y="5934455"/>
            <a:ext cx="457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</a:rPr>
              <a:t>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7280" y="589787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Conventional commits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97280" y="6153912"/>
            <a:ext cx="4754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feat / fix / docs / test / chore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Qualité &amp;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</a:rPr>
              <a:t>Pyramide de tests · objectif 70% → atteint 99%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057400" cy="1188720"/>
          </a:xfrm>
          <a:prstGeom prst="rect">
            <a:avLst/>
          </a:prstGeom>
          <a:solidFill>
            <a:srgbClr val="FFF3EB"/>
          </a:solidFill>
          <a:ln w="12700">
            <a:solidFill>
              <a:srgbClr val="FF8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812D"/>
                </a:solidFill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</a:rPr>
              <a:t>tests unitaires
&amp; intégration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1234440"/>
            <a:ext cx="2057400" cy="1188720"/>
          </a:xfrm>
          <a:prstGeom prst="rect">
            <a:avLst/>
          </a:prstGeom>
          <a:solidFill>
            <a:srgbClr val="FFF3E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8920" y="13258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2563EB"/>
                </a:solidFill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9202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</a:rPr>
              <a:t>tests E2E
Playwright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1234440"/>
            <a:ext cx="2057400" cy="1188720"/>
          </a:xfrm>
          <a:prstGeom prst="rect">
            <a:avLst/>
          </a:prstGeom>
          <a:solidFill>
            <a:srgbClr val="FFF3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3258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99 %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9202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</a:rPr>
              <a:t>couverture
backend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1234440"/>
            <a:ext cx="2057400" cy="1188720"/>
          </a:xfrm>
          <a:prstGeom prst="rect">
            <a:avLst/>
          </a:prstGeom>
          <a:solidFill>
            <a:srgbClr val="FFF3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13258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6A34A"/>
                </a:solidFill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19202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</a:rPr>
              <a:t>vulnérabilité
applicative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1234440"/>
            <a:ext cx="2057400" cy="1188720"/>
          </a:xfrm>
          <a:prstGeom prst="rect">
            <a:avLst/>
          </a:prstGeom>
          <a:solidFill>
            <a:srgbClr val="FFF3EB"/>
          </a:solidFill>
          <a:ln w="12700">
            <a:solidFill>
              <a:srgbClr val="FF8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13258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812D"/>
                </a:solidFill>
              </a:rPr>
              <a:t>139 Ko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1920240"/>
            <a:ext cx="187451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757575"/>
                </a:solidFill>
              </a:rPr>
              <a:t>bundle JS
prod gzip 54 Ko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606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12D"/>
                </a:solidFill>
              </a:rPr>
              <a:t>Tests unitaires &amp; intégration (pytest)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999232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Inscription : succès / MDP faible / doublon / champs invalides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Connexion : succès / mauvais MDP / utilisateur inconnu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Upload : succès / trop grand / sans fichier / avec MDP / expiration custom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Suppression : propre fichier (204) / fichier d'autrui (404)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Téléchargement : valide / expiré (410) / MDP incorrect (403) / 404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Modèle SharedFile : is_expired, is_password_protected, hachage, __str__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Isolation : filtre owner=request.user vérifié sur chaque endpoint protégé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26060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</a:rPr>
              <a:t>Tests E2E — Playwright (Chromium réel)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2999232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Page d'accueil — tagline et icône upload visibles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Inscription → redirection automatique /dashboard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Connexion valide → dashboard affiché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Mauvais MDP → message d'erreur visible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Déconnexion → retour /login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Accès /dashboard sans token → redirection /login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Upload fichier → lien /download/&lt;uuid&gt; généré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Navigation lien → page téléchargement publique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Fichier dans .file-row après upload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1A1A1A"/>
                </a:solidFill>
              </a:rPr>
              <a:t>Suppression → comptage -1 après confirmation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Performance &amp; observabilité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</a:rPr>
              <a:t>Métriques réelles mesurées en environnement Docker dev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12D"/>
                </a:solidFill>
              </a:rPr>
              <a:t>Back-end — temps de réponse (curl, 10 appels)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486400" cy="4846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66420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POST /api/auth/login/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66420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12D"/>
                </a:solidFill>
              </a:rPr>
              <a:t>227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642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Intentionnel — hachage PBKDF2 anti-brute-force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21408"/>
            <a:ext cx="54864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185415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GET  /api/files/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185415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12D"/>
                </a:solidFill>
              </a:rPr>
              <a:t> 13 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185415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Liste paginable, filtre owner côté serveur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642615"/>
            <a:ext cx="5486400" cy="4846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06623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POST /api/files/upload/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2706623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12D"/>
                </a:solidFill>
              </a:rPr>
              <a:t> 59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706623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Fichier 1 Mo — I/O disque inclus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63824"/>
            <a:ext cx="548640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227832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GET  /api/files/download/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22783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12D"/>
                </a:solidFill>
              </a:rPr>
              <a:t>  8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22783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Lecture disque + header Content-Disposition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12D"/>
                </a:solidFill>
              </a:rPr>
              <a:t>Front-end — budget de 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1600200"/>
            <a:ext cx="5212080" cy="4846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3408" y="16642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Bundle JS prod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87968" y="1664208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12D"/>
                </a:solidFill>
              </a:rPr>
              <a:t>139 Ko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166420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54 Ko gzip — sous le seuil 200 Ko recommandé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2121408"/>
            <a:ext cx="521208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3408" y="2185415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Bundle CSS 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8" y="2185415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12D"/>
                </a:solidFill>
              </a:rPr>
              <a:t>  8 Ko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0" y="218541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Tailwind purgé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0" y="2642615"/>
            <a:ext cx="5212080" cy="4846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93408" y="2706623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Build Vite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87968" y="2706623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12D"/>
                </a:solidFill>
              </a:rPr>
              <a:t>  1.2s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92640" y="270662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Cold build production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0" y="3163824"/>
            <a:ext cx="5212080" cy="4846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3408" y="322783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First Paint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87968" y="3227832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12D"/>
                </a:solidFill>
              </a:rPr>
              <a:t> ~180ms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32278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Localhost — mesuré DevTools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0" y="3685031"/>
            <a:ext cx="5212080" cy="48463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93408" y="3749039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Largest Content.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87968" y="3749039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812D"/>
                </a:solidFill>
              </a:rPr>
              <a:t> ~320ms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374903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757575"/>
                </a:solidFill>
              </a:rPr>
              <a:t>LCP — seuil Good &lt; 2500ms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160520"/>
            <a:ext cx="11064240" cy="457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4251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12D"/>
                </a:solidFill>
              </a:rPr>
              <a:t>Observabilité — logs structurés Django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663440"/>
            <a:ext cx="110642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Format : [2026-04-24T14:32:10] INFO files: Fichier rapport.pdf uploadé — 2.5 Mo — user=alice — expires=2026-05-01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Niveau WARNING sur mot de passe de fichier incorrect · niveau ERROR sur exception inattendue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A1A1A"/>
                </a:solidFill>
              </a:rPr>
              <a:t>Deux loggers : files et accounts — console Docker, redirectibles vers ELK/Datadog en prod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Utilisation de l'IA dans le développement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</a:rPr>
              <a:t>Posture : référent technique supervisant un copilote IA — pas du vibe 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57575"/>
                </a:solidFill>
              </a:rPr>
              <a:t>L'IA (Claude — Anthropic) a été utilisée comme junior technique assigné à des User Stories précises. Chaque bloc de code généré a été relu, testé et ajusté avant intégration.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556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12D"/>
                </a:solidFill>
              </a:rPr>
              <a:t>Tâches confiées à l'IA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76272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Modèle SharedFile (password_hash, set_password, check_password)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Sérialiseurs DRF : upload, download, infos publiques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Vues API avec gestion des cas d'erreur (410, 403, 413)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Store Pinia files.js + composants DashboardView, DownloadView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Suite pytest : 38 tests unitaires et d'intégration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Diagramme d'architecture matplotlib (PNG haute résolution)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Documentation : README, TESTING, SECURITY, PERF, MAINTENANCE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5564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12D"/>
                </a:solidFill>
              </a:rPr>
              <a:t>Supervision &amp; corrections apportées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176272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✏️  Filtre owner=request.user manquant sur FileDeleteView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✏️  share_url corrigé → frontend /download/ pas /api/files/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✏️  Refresh token absent de l'intercepteur Axios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✏️  Layout desktop login : flex-direction mal appliqué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✏️  Tests E2E : conflit plugin web3 → venv isolé e2e/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✅  Zéro intégration sans tests passants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A1A1A"/>
                </a:solidFill>
              </a:rPr>
              <a:t>✅  Revue systématique de chaque bloc de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074920"/>
            <a:ext cx="11064240" cy="5486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5166360"/>
            <a:ext cx="2697480" cy="34747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Aspect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5166360"/>
            <a:ext cx="8183879" cy="34747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5212080"/>
            <a:ext cx="8092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Observation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541264"/>
            <a:ext cx="26974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5541264"/>
            <a:ext cx="8183879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596127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Gain de temps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5596127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×3 sur l'implémentation des vues, sérialiseurs et tests — estimé 3 jours économisés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925312"/>
            <a:ext cx="2697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91840" y="5925312"/>
            <a:ext cx="8183879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980175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Qualité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980175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Bonne sur le code standard · supervision obligatoire sur sécurité et cas limites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6309359"/>
            <a:ext cx="26974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291840" y="6309359"/>
            <a:ext cx="8183879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364223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1A"/>
                </a:solidFill>
              </a:rPr>
              <a:t>Limites constatées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6364223"/>
            <a:ext cx="8046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Oublis d'isolation utilisateur · URLs hardcodées · gestion refresh token incomplète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137160"/>
            <a:ext cx="11430000" cy="6537960"/>
          </a:xfrm>
          <a:prstGeom prst="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286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1A"/>
                </a:solidFill>
              </a:rPr>
              <a:t>Ce qui a été livré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645920" cy="50292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57575"/>
                </a:solidFill>
              </a:rPr>
              <a:t>Application complète, testée, documentée et déployable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502920" cy="50292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55A24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26187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Application web fonctionnelle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527048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Toutes les US MVP + US09 + US10 — 8 User Stories livrées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92808"/>
            <a:ext cx="502920" cy="50292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385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55A24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1920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Architecture découplée professionnelle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185416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Vue.js 3 SPA + Django REST API + PostgreSQL 16 + Docker Compose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51176"/>
            <a:ext cx="502920" cy="50292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59689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55A24"/>
                </a:solidFill>
              </a:rP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5786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Sécurité solide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843784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JWT rotation · PBKDF2 · isolation owner · UUID v4 · CORS strict · pip-audit 0 CVE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09544"/>
            <a:ext cx="502920" cy="50292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25526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55A24"/>
                </a:solidFill>
              </a:rPr>
              <a:t>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2369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Couverture de tests 99%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502152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38 tests pytest unitaires/intégration + 10 tests E2E Playwright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67912"/>
            <a:ext cx="502920" cy="50292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91363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55A24"/>
                </a:solidFill>
              </a:rP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8953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Documentation complète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16052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README · OpenAPI 3.0 · TESTING · SECURITY · PERF · MAINTENANCE · doc technique 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526279"/>
            <a:ext cx="502920" cy="50292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571999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55A24"/>
                </a:solidFill>
              </a:rPr>
              <a:t>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45537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Observabilité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818888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Logs structurés Django · timestamps · niveaux INFO/WARNING/ERROR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184648"/>
            <a:ext cx="502920" cy="502920"/>
          </a:xfrm>
          <a:prstGeom prst="rect">
            <a:avLst/>
          </a:prstGeom>
          <a:solidFill>
            <a:srgbClr val="D4EDDA"/>
          </a:solidFill>
          <a:ln w="1016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23036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155A24"/>
                </a:solidFill>
              </a:rPr>
              <a:t>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5212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</a:rPr>
              <a:t>Installation en 1 commande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77256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57575"/>
                </a:solidFill>
              </a:rPr>
              <a:t>docker compose up -d — migrations automatiques au démarrage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989320"/>
            <a:ext cx="11064240" cy="54864"/>
          </a:xfrm>
          <a:prstGeom prst="rect">
            <a:avLst/>
          </a:prstGeom>
          <a:solidFill>
            <a:srgbClr val="FF81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108192"/>
            <a:ext cx="11064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57575"/>
                </a:solidFill>
              </a:rPr>
              <a:t>Prochaines étapes post-MVP :  Stockage S3 · Rate limiting · httpOnly cookies · Email de partage · App mobile React Native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gradFill rotWithShape="1">
            <a:gsLst>
              <a:gs pos="0">
                <a:srgbClr val="FFB88C"/>
              </a:gs>
              <a:gs pos="100000">
                <a:srgbClr val="DE6262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1A1A1A"/>
                </a:solidFill>
              </a:rPr>
              <a:t>DataShare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880360"/>
            <a:ext cx="521208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</a:rPr>
              <a:t>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1A1A1A"/>
                </a:solidFill>
              </a:rPr>
              <a:t>Démo live disponible : http://localhost:5173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4846320"/>
            <a:ext cx="2377440" cy="914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4892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8 /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53218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B88C"/>
                </a:solidFill>
              </a:rPr>
              <a:t>User Stories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46320" y="4846320"/>
            <a:ext cx="2377440" cy="914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59" y="4892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48 (38 + 10 E2E)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59" y="53218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B88C"/>
                </a:solidFill>
              </a:rPr>
              <a:t>Tests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4846320"/>
            <a:ext cx="2377440" cy="914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0" y="48920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99 %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532180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B88C"/>
                </a:solidFill>
              </a:rPr>
              <a:t>Couverture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© DataShare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