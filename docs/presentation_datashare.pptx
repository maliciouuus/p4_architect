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A1A1A"/>
                </a:solidFill>
              </a:rPr>
              <a:t>DataShare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834640"/>
            <a:ext cx="3959352" cy="54864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</a:rPr>
              <a:t>Plateforme de transfert sécurisé de fichiers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</a:rPr>
              <a:t>MVP — Démonstration investisseurs | Avril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Copyright DataShare©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Le problème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57575"/>
                </a:solidFill>
              </a:rPr>
              <a:t>DataShare permet aux freelances et petites entreprises d'envoyer des fichiers simplement, sans compte email ni FTP, avec un lien sécurisé à durée limitée.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3200400" cy="2286000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606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</a:rPr>
              <a:t>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12D"/>
                </a:solidFill>
              </a:rPr>
              <a:t>Envoyer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Un fichier sans
infrastructure complexe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468880"/>
            <a:ext cx="3200400" cy="2286000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606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12D"/>
                </a:solidFill>
              </a:rPr>
              <a:t>Partager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657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Un lien unique avec
expiration automatique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468880"/>
            <a:ext cx="3200400" cy="2286000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606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</a:rP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00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812D"/>
                </a:solidFill>
              </a:rPr>
              <a:t>Contrôler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57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</a:rPr>
              <a:t>Accès par mot de passe
et historique personnel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Périmètre MVP (4 semaines)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</a:rPr>
              <a:t>✅  Création de compte et connexion sécurisée (JWT)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</a:rPr>
              <a:t>✅  Upload de fichiers jusqu'à 50 Mo avec progression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</a:rPr>
              <a:t>✅  Lien de partage unique avec expiration configurable (24h / 3j / 1 semaine)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1A"/>
                </a:solidFill>
              </a:rPr>
              <a:t>✅  Protection optionnelle par mot de passe  •  Historique et suppression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Choix technologiques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240280" cy="41148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4630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Composant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17320"/>
            <a:ext cx="2240280" cy="41148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Technologie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417320"/>
            <a:ext cx="6172200" cy="41148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463040"/>
            <a:ext cx="6080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Justification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19"/>
            <a:ext cx="22402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1874519"/>
            <a:ext cx="22402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1874519"/>
            <a:ext cx="6172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192023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Back-end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920239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Django 5.2 + DRF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20239"/>
            <a:ext cx="6080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Batteries incluses, ORM robuste, productivité maximale pour un MVP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441448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2441448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2441448"/>
            <a:ext cx="6172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248716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Authentification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48716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JWT (simplejwt)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487168"/>
            <a:ext cx="6080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Stateless, compatible SPA, standard API 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08376"/>
            <a:ext cx="22402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3008376"/>
            <a:ext cx="22402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3008376"/>
            <a:ext cx="6172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05409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Front-end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05409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Vue.js 3 + Vite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054096"/>
            <a:ext cx="6080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Composition API puissante, Pinia natif, écosystème cohérent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575303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26080" y="3575303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2080" y="3575303"/>
            <a:ext cx="6172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19" y="362102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Base de données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621023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PostgreSQL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621023"/>
            <a:ext cx="6080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UUID natif, standard professionnel, robustesse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142231"/>
            <a:ext cx="22402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0" y="4142231"/>
            <a:ext cx="224028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12080" y="4142231"/>
            <a:ext cx="61722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4187951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Stockage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187951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Disque local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187951"/>
            <a:ext cx="6080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Suffisant pour le prototype — migration S3 prévue en prod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70916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26080" y="4709160"/>
            <a:ext cx="2240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12080" y="4709160"/>
            <a:ext cx="6172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19" y="47548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Infrastructure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7548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Docker Compose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4754880"/>
            <a:ext cx="6080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Reproductibilité totale, installation en 1 commande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Architecture de la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228600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291840" cy="128016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🌐  Navigateur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Vue.js 3 + Pinia
Vue Router — 5 pages
Axios (client 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200400" cy="1280160"/>
          </a:xfrm>
          <a:prstGeom prst="rect">
            <a:avLst/>
          </a:prstGeom>
          <a:solidFill>
            <a:srgbClr val="FFD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⚙️  API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Django 5.2 + DRF
/auth/  /files/
JWT +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200400" cy="1280160"/>
          </a:xfrm>
          <a:prstGeom prst="rect">
            <a:avLst/>
          </a:prstGeom>
          <a:solidFill>
            <a:srgbClr val="FFD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544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🗄️  Stockage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PostgreSQL 16
+ Disque local
/media/uploads/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8288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HTTP/JSON
JWT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8288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ORM
SQL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71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Flux principaux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64992"/>
            <a:ext cx="1051560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🔐  Authentification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20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Login → JWT access (1h) + refresh (7j) → stocké localStorage → injecté dans chaque requête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📤  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43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Sélection fichier → validation taille (50 Mo) → envoi multipart → stockage disque → UUID token généré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🔗  Partage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663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Lien /download/&lt;uuid&gt; → infos publiques → saisie MDP si protégé → téléchargement natif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Modèle de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4114800" cy="41148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 (Django built-in)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4114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920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INTEGER PK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58568"/>
            <a:ext cx="4114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3042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VARCHAR(150)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42615"/>
            <a:ext cx="41148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88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688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VARCHAR(254)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026663"/>
            <a:ext cx="41148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723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0723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VARCHAR(128) — PBKDF2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60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812D"/>
                </a:solidFill>
              </a:rPr>
              <a:t>1 ──── 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5303520" cy="41148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SHAREDFILE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303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UUID PK — non devinable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258568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3042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owner_id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3042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FK → User (CASCADE)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642615"/>
            <a:ext cx="5303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6883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original_name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883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VARCHAR(255)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026663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0723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0723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FileField — chemin disque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410711"/>
            <a:ext cx="5303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456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size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4564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BIGINT — en octets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94760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share_token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UUID UNIQUE — lien partage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178808"/>
            <a:ext cx="5303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4224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expires_at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DATETIME — expiration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562856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608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password_hash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6085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VARCHAR — PBKDF2 ou vide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946904"/>
            <a:ext cx="530352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992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created_at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992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</a:rPr>
              <a:t>DATETIME — auto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Démonstration — Parcours utilisateur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20040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Page d'accueil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373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Fond dégradé corail · tagline · icône d'upload cliquable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67128"/>
            <a:ext cx="502920" cy="5029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85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Inscription / Connexion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Formulaire centré · validation côté client et serveur · JWT stocké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16936"/>
            <a:ext cx="502920" cy="5029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626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35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Dashboard — Mon 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36976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Sidebar gradient · liste des fichiers · filtres Tous / Actifs / Expiré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66744"/>
            <a:ext cx="502920" cy="5029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1246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850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Upload d'un fichier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986783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Glisser-déposer · mot de passe optionnel · choix d'expiration · progression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16552"/>
            <a:ext cx="502920" cy="5029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622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Lien de partage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Affiché après upload · copie en 1 clic · format /download/&lt;uuid&gt;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66359"/>
            <a:ext cx="502920" cy="5029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1207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18464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Page de téléchargement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48639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Badge expiration · saisie MDP si protégé · erreur claire si expiré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Qualité &amp;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64592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560320" cy="1280160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12D"/>
                </a:solidFill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</a:rPr>
              <a:t>tests
unitaires
+ intégration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2560320" cy="1280160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12D"/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</a:rPr>
              <a:t>tests E2E
Playwright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12D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</a:rPr>
              <a:t>couverture
de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417320"/>
            <a:ext cx="2560320" cy="1280160"/>
          </a:xfrm>
          <a:prstGeom prst="rect">
            <a:avLst/>
          </a:prstGeom>
          <a:solidFill>
            <a:srgbClr val="FF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19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812D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148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</a:rPr>
              <a:t>vulnérabilité
applicative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Tests unitaires &amp; intégration (pytest)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1868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Inscription, connexion, profil, isolation utilisateur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Upload (taille, MDP, expiration custom, sans fichier)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Suppression (propre fichier / fichier d'autrui → 404)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Téléchargement (valide, expiré 410, MDP 403, 404)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Modèle : is_expired, is_password_protected, hachage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Tests E2E — Playwright (navigateur réel)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21868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Page d'accueil — tagline et icône visibles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Inscription → redirection dashboard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Connexion correcte / mauvais MDP → erreur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Déconnexion → retour /login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Upload fichier → lien de partage généré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Lien partage → page téléchargement publique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Suppression → fichier retiré de la liste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</a:rPr>
              <a:t>Scan sécurité pip-audit : 0 vulnérabilité applicative  •  Bundle prod : 139 Ko JS (54 Ko gzip)  •  Build : 1.2s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Utilisation de l'IA dans le développement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365760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</a:rPr>
              <a:t>Posture : copilote technique assigné à une User Story précise — pas du vibe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12D"/>
                </a:solidFill>
              </a:rPr>
              <a:t>Tâches confiées à l'IA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Modèle SharedFile (hachage MDP, propriétés)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Sérialiseurs DRF (upload, download, public)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Vues API (upload, download, info publique)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Store Pinia files.js + composants Vue.js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Suite de tests pytest (38 tests)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Documentation (README, TESTING, SECURITY…)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12D"/>
                </a:solidFill>
              </a:rPr>
              <a:t>Supervision &amp; corrections apportées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✏️  Filtre owner=request.user manquant sur suppression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✏️  share_url corrigé → frontend Vue plutôt qu'API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✏️  Refresh token dans intercepteur Axios incomplet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✏️  Layout desktop login card disparaissait (flexbox)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✅  Aucune intégration sans tests passants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✅  Revue systématique de chaque bloc de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10515600" cy="45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66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</a:rPr>
              <a:t>Apport mesuré : ×3 sur la vitesse d'implémentation des vues et sérialiseurs  —  Limite : supervision indispensable sur la sécurité et les cas limites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247120" cy="6035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</a:rPr>
              <a:t>Ce qui a été livré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4572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55A24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81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Application web fonctionnelle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8132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Toutes les US MVP implémentées et testées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55A24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67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Architecture découplée professionnelle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6712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Vue.js + Django REST API + PostgreSQL + Docker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55A24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852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Sécurité solide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85292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JWT, PBKDF2, isolation utilisateur, UUID v4, CORS strict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55A24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38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38 tests, 100% de couverture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53872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pytest — tests unitaires et d'intégration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206240"/>
            <a:ext cx="45720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55A24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245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Documentation complète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224527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README, OpenAPI, TESTING, SECURITY, PERF, MAINTENANCE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892040"/>
            <a:ext cx="457200" cy="457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37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55A24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91032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Installation en 1 commande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910327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docker compose up -d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Prochaines étapes post-MVP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</a:rPr>
              <a:t>Stockage S3  •  Rate limiting  •  httpOnly cookies  •  Envoi par email  •  App mobile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B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A1A1A"/>
                </a:solidFill>
              </a:rPr>
              <a:t>DataShare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017520"/>
            <a:ext cx="48737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Démo live : http://localhost:5173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Copyright DataShare©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